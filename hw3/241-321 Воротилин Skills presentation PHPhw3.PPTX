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9" r:id="rId4"/>
    <p:sldId id="258" r:id="rId5"/>
    <p:sldId id="257" r:id="rId6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-1080" y="-297"/>
      </p:cViewPr>
      <p:guideLst>
        <p:guide orient="horz" pos="162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22624-0CBA-42AD-AD04-D029C6C8B261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AF5B6-F7D7-42E3-B7C4-4B20B5F3A3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28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AF5B6-F7D7-42E3-B7C4-4B20B5F3A3A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404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Илья\Pictures\Screenshots\Снимок экрана 2025-05-04 01294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375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99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Илья\Pictures\Screenshots\Снимок экрана 2025-05-04 01300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949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Илья\Pictures\Screenshots\Снимок экрана 2025-05-04 01304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939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Илья\Pictures\Screenshots\Снимок экрана 2025-05-04 013057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3935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35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Илья\Pictures\Screenshots\Снимок экрана 2025-05-04 013117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15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7639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Экран (16:9)</PresentationFormat>
  <Paragraphs>1</Paragraphs>
  <Slides>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Илья</dc:creator>
  <cp:lastModifiedBy>Илья</cp:lastModifiedBy>
  <cp:revision>2</cp:revision>
  <dcterms:created xsi:type="dcterms:W3CDTF">2025-05-03T22:33:59Z</dcterms:created>
  <dcterms:modified xsi:type="dcterms:W3CDTF">2025-05-03T22:37:11Z</dcterms:modified>
</cp:coreProperties>
</file>